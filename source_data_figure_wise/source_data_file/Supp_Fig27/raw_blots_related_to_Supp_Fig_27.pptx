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4"/>
  </p:normalViewPr>
  <p:slideViewPr>
    <p:cSldViewPr snapToGrid="0">
      <p:cViewPr varScale="1">
        <p:scale>
          <a:sx n="96" d="100"/>
          <a:sy n="96" d="100"/>
        </p:scale>
        <p:origin x="2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DDC62-7E59-0F8C-FD4F-78CD4697D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1A027-A79B-2FE4-C189-96AD9BF50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F8D7E-4033-8DE9-BE76-69277D1D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29A36-D013-264E-AE35-3B3A18D5F012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40BAF-41A0-D999-02BB-E1FE5AAE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6E6A9-783D-E6B1-875A-D9BB7709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373-9A38-6F4E-B881-D2C5E806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ADEB-B986-C6E7-F331-3FF1F5A0E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1208E-92EC-AD0E-E4C4-567F756E8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18346-B8A9-EDAA-FF0D-EBD110C9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29A36-D013-264E-AE35-3B3A18D5F012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6D6F8-DF08-4824-F38E-9E1F2DB43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9728D-5A88-CA38-8750-978319992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373-9A38-6F4E-B881-D2C5E806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58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6321F-C95E-F84B-8AF6-E4BDBFADE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205E4-2E2E-C441-7A2E-CB353942A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85BD1-B63C-76D2-0C9F-200CAD2AD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29A36-D013-264E-AE35-3B3A18D5F012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F1DAC-513A-01B3-1E74-78E3309C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5A98C-E442-55B0-DF2A-72CBF1D2C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373-9A38-6F4E-B881-D2C5E806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75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3C378-CA9F-8712-BB6F-E41D2EDBC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C631A-7D7F-6D6F-0A81-A9CE94D0C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69F90-7BFE-131C-C02D-931287A54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915E-3958-560A-B1DE-0ABF76D4D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29A36-D013-264E-AE35-3B3A18D5F012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B9BA8-3C6E-C248-9924-B2E871874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1DAD6-CD93-9627-49AE-BAA27301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373-9A38-6F4E-B881-D2C5E806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74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130D-7F19-D2F2-7332-3306945CB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800DC-73F8-7C50-52BE-89720F26E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307C8-5302-C2A4-1344-271AAA520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72FB41-00F2-5FE5-52FC-6B29CEEAA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B3C2C5-6BF2-4627-5F53-F26D4081FD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21CE2E-F9A3-0B29-4D8C-344F7ACB6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29A36-D013-264E-AE35-3B3A18D5F012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629EBC-E6A0-4057-0D1E-3CE0D5BD0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D99372-1B33-61CD-439A-2DE1A39BB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373-9A38-6F4E-B881-D2C5E806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1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307F9-03F2-F1EC-7DD8-5C7CCF0BC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BADA10-AF2C-1A53-0CD6-1DA1F0728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29A36-D013-264E-AE35-3B3A18D5F012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3C30E2-AEF2-44B6-7F05-14A1D458B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DF004-BAB8-D292-4077-1A94ACDA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373-9A38-6F4E-B881-D2C5E806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16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29194-EA8B-382F-66A5-D55EC1D2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29A36-D013-264E-AE35-3B3A18D5F012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58AAE6-5BE6-996E-4BFC-FE4175FE8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0B763-1437-3A4F-1A41-B653D74CE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373-9A38-6F4E-B881-D2C5E806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60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DA2F9-6CCB-95DA-A176-FF25572E7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22D47-277B-40DC-EEFB-5ACD67854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F24EC4-B59C-1346-7959-C30E138A7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3BF76-527A-EDC3-F519-0536EF27B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29A36-D013-264E-AE35-3B3A18D5F012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E33E5-A20C-07D8-460A-DD991808D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FE37A-5794-2E27-BEE3-CB77CF65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373-9A38-6F4E-B881-D2C5E806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1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8FC2B-047A-0160-5372-E66FF34E2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D1D5D0-DF78-85AD-0308-9C47FF66FC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4F04D0-DE78-C037-FF55-2290A89F7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D0278-7E4C-2BCF-C4A5-584A0461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29A36-D013-264E-AE35-3B3A18D5F012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878EC-8D4D-2CFA-DEF0-B40F55221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ADF0A-A13E-D3F8-4450-E384A083D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373-9A38-6F4E-B881-D2C5E806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03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547F7-8A10-C071-0086-854B96F95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DFF81-713C-5615-2C6E-B792897EF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C3CD0-20F5-7B7F-896F-38DBDF6AB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29A36-D013-264E-AE35-3B3A18D5F012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B2661-B435-872D-FE08-D8F025EF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BFCDC-62D3-5BC2-93BF-394CD4B9E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373-9A38-6F4E-B881-D2C5E806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49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643D0-D838-A4C6-4439-20FC8771E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FA5AF3-DE9A-292F-07C4-F53541836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5A353-EA03-E975-A4D6-55A0ADA99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29A36-D013-264E-AE35-3B3A18D5F012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22D79-A7D6-983D-DBFC-99AACFE77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9002F-D089-4C76-DEB5-9F259332B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89373-9A38-6F4E-B881-D2C5E806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98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1F75F6-63F4-E6F7-B0F9-131D2397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52304-6B1F-395F-CCD7-FDF389CAE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E8AFD-551F-F8F9-E73B-FCDD2528DD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29A36-D013-264E-AE35-3B3A18D5F012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5E66C-1AF0-17C9-4582-1D9E3881A6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BEFC7-5218-AB3D-E562-F59B5CFD6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589373-9A38-6F4E-B881-D2C5E806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47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5F15A59-C515-F3AB-7F5D-9A492E0CFA4C}"/>
              </a:ext>
            </a:extLst>
          </p:cNvPr>
          <p:cNvGrpSpPr>
            <a:grpSpLocks noChangeAspect="1"/>
          </p:cNvGrpSpPr>
          <p:nvPr/>
        </p:nvGrpSpPr>
        <p:grpSpPr>
          <a:xfrm>
            <a:off x="1510353" y="0"/>
            <a:ext cx="3375061" cy="1737360"/>
            <a:chOff x="775616" y="805470"/>
            <a:chExt cx="2686098" cy="1382707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5088C3D3-167A-3281-779B-078605A7EC30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15" y="2003234"/>
              <a:ext cx="924674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707F124-ADC5-D1C0-AB20-6575C883DB7A}"/>
                </a:ext>
              </a:extLst>
            </p:cNvPr>
            <p:cNvCxnSpPr>
              <a:cxnSpLocks/>
            </p:cNvCxnSpPr>
            <p:nvPr/>
          </p:nvCxnSpPr>
          <p:spPr>
            <a:xfrm>
              <a:off x="2593524" y="2003234"/>
              <a:ext cx="840092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A8EDCD-E380-638F-1773-FF3DC171057B}"/>
                </a:ext>
              </a:extLst>
            </p:cNvPr>
            <p:cNvSpPr txBox="1"/>
            <p:nvPr/>
          </p:nvSpPr>
          <p:spPr>
            <a:xfrm>
              <a:off x="1780277" y="1967430"/>
              <a:ext cx="71846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Input (10%)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69D2564-57FD-0A3A-8436-6B1EC3FE3635}"/>
                </a:ext>
              </a:extLst>
            </p:cNvPr>
            <p:cNvSpPr txBox="1"/>
            <p:nvPr/>
          </p:nvSpPr>
          <p:spPr>
            <a:xfrm>
              <a:off x="2837376" y="1972733"/>
              <a:ext cx="2824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IP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358A36F-5CB1-B0BC-9B20-843D86EB7D02}"/>
                </a:ext>
              </a:extLst>
            </p:cNvPr>
            <p:cNvGrpSpPr/>
            <p:nvPr/>
          </p:nvGrpSpPr>
          <p:grpSpPr>
            <a:xfrm>
              <a:off x="1640440" y="805470"/>
              <a:ext cx="953084" cy="1197764"/>
              <a:chOff x="4993240" y="937550"/>
              <a:chExt cx="953084" cy="1197764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528D1F-09EE-1834-DC2E-FCB28B51F42B}"/>
                  </a:ext>
                </a:extLst>
              </p:cNvPr>
              <p:cNvSpPr txBox="1"/>
              <p:nvPr/>
            </p:nvSpPr>
            <p:spPr>
              <a:xfrm rot="16200000">
                <a:off x="4873977" y="1800607"/>
                <a:ext cx="4539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B81C59-5B73-C12F-7CCE-1AF914D3D1A0}"/>
                  </a:ext>
                </a:extLst>
              </p:cNvPr>
              <p:cNvSpPr txBox="1"/>
              <p:nvPr/>
            </p:nvSpPr>
            <p:spPr>
              <a:xfrm rot="16200000">
                <a:off x="4818181" y="1621871"/>
                <a:ext cx="81144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WT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7021B2-40CA-3EF0-3BD4-FB54A0A491E7}"/>
                  </a:ext>
                </a:extLst>
              </p:cNvPr>
              <p:cNvSpPr txBox="1"/>
              <p:nvPr/>
            </p:nvSpPr>
            <p:spPr>
              <a:xfrm rot="16200000">
                <a:off x="4795248" y="1475998"/>
                <a:ext cx="110318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AS_</a:t>
                </a:r>
                <a:r>
                  <a:rPr lang="en-US" sz="800" baseline="30000" dirty="0">
                    <a:solidFill>
                      <a:srgbClr val="FFA89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Mutant 2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5DA4C8-E077-BFBD-2D7A-A3F1ECF10398}"/>
                  </a:ext>
                </a:extLst>
              </p:cNvPr>
              <p:cNvSpPr txBox="1"/>
              <p:nvPr/>
            </p:nvSpPr>
            <p:spPr>
              <a:xfrm rot="16200000">
                <a:off x="4918188" y="1475998"/>
                <a:ext cx="110318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AS_</a:t>
                </a:r>
                <a:r>
                  <a:rPr lang="en-US" sz="800" baseline="30000" dirty="0">
                    <a:solidFill>
                      <a:srgbClr val="CB64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Mutant 1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DF1041-0D2A-8E55-BFA6-07E4F07C3D73}"/>
                  </a:ext>
                </a:extLst>
              </p:cNvPr>
              <p:cNvSpPr txBox="1"/>
              <p:nvPr/>
            </p:nvSpPr>
            <p:spPr>
              <a:xfrm rot="16200000">
                <a:off x="5139713" y="1574583"/>
                <a:ext cx="90601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</a:t>
                </a:r>
                <a:r>
                  <a:rPr lang="en-US" sz="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∆G</a:t>
                </a:r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WT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1F1FE1-917B-D5F7-587E-4E6E33A9DBE1}"/>
                  </a:ext>
                </a:extLst>
              </p:cNvPr>
              <p:cNvSpPr txBox="1"/>
              <p:nvPr/>
            </p:nvSpPr>
            <p:spPr>
              <a:xfrm rot="16200000">
                <a:off x="5116780" y="1428710"/>
                <a:ext cx="11977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</a:t>
                </a:r>
                <a:r>
                  <a:rPr lang="en-US" sz="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∆G</a:t>
                </a:r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AS_</a:t>
                </a:r>
                <a:r>
                  <a:rPr lang="en-US" sz="800" baseline="30000" dirty="0">
                    <a:solidFill>
                      <a:srgbClr val="CB64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Mutant 1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3562884-27D6-0EDB-C06D-33F178D83917}"/>
                  </a:ext>
                </a:extLst>
              </p:cNvPr>
              <p:cNvSpPr txBox="1"/>
              <p:nvPr/>
            </p:nvSpPr>
            <p:spPr>
              <a:xfrm rot="16200000">
                <a:off x="5239720" y="1428710"/>
                <a:ext cx="11977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</a:t>
                </a:r>
                <a:r>
                  <a:rPr lang="en-US" sz="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∆G</a:t>
                </a:r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AS_</a:t>
                </a:r>
                <a:r>
                  <a:rPr lang="en-US" sz="800" baseline="30000" dirty="0">
                    <a:solidFill>
                      <a:srgbClr val="FFA89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Mutant 2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BD01158-DBB7-73D7-097D-F2F1CF663133}"/>
                </a:ext>
              </a:extLst>
            </p:cNvPr>
            <p:cNvGrpSpPr/>
            <p:nvPr/>
          </p:nvGrpSpPr>
          <p:grpSpPr>
            <a:xfrm>
              <a:off x="2529178" y="805470"/>
              <a:ext cx="932536" cy="1197764"/>
              <a:chOff x="7529770" y="1168719"/>
              <a:chExt cx="932536" cy="119776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6F8D40-2BCC-5E08-54C5-09E18ECD9CD1}"/>
                  </a:ext>
                </a:extLst>
              </p:cNvPr>
              <p:cNvSpPr txBox="1"/>
              <p:nvPr/>
            </p:nvSpPr>
            <p:spPr>
              <a:xfrm rot="16200000">
                <a:off x="7410507" y="2031776"/>
                <a:ext cx="4539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FA2B15-CDBA-180E-C3CE-1AFEE6E94F99}"/>
                  </a:ext>
                </a:extLst>
              </p:cNvPr>
              <p:cNvSpPr txBox="1"/>
              <p:nvPr/>
            </p:nvSpPr>
            <p:spPr>
              <a:xfrm rot="16200000">
                <a:off x="7351286" y="1853040"/>
                <a:ext cx="81144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WT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207BD8A-443D-CDEA-3322-6CE51010647B}"/>
                  </a:ext>
                </a:extLst>
              </p:cNvPr>
              <p:cNvSpPr txBox="1"/>
              <p:nvPr/>
            </p:nvSpPr>
            <p:spPr>
              <a:xfrm rot="16200000">
                <a:off x="7324928" y="1707167"/>
                <a:ext cx="110318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AS_</a:t>
                </a:r>
                <a:r>
                  <a:rPr lang="en-US" sz="800" baseline="30000" dirty="0">
                    <a:solidFill>
                      <a:srgbClr val="FFA89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Mutant 2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EEC7D45-3A85-56AF-7ACE-D0FC20457E65}"/>
                  </a:ext>
                </a:extLst>
              </p:cNvPr>
              <p:cNvSpPr txBox="1"/>
              <p:nvPr/>
            </p:nvSpPr>
            <p:spPr>
              <a:xfrm rot="16200000">
                <a:off x="7444443" y="1707167"/>
                <a:ext cx="110318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AS_</a:t>
                </a:r>
                <a:r>
                  <a:rPr lang="en-US" sz="800" baseline="30000" dirty="0">
                    <a:solidFill>
                      <a:srgbClr val="CB64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Mutant 1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79EF90E-2119-DB10-6162-46FE65E3F4DD}"/>
                  </a:ext>
                </a:extLst>
              </p:cNvPr>
              <p:cNvSpPr txBox="1"/>
              <p:nvPr/>
            </p:nvSpPr>
            <p:spPr>
              <a:xfrm rot="16200000">
                <a:off x="7662543" y="1805752"/>
                <a:ext cx="90601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</a:t>
                </a:r>
                <a:r>
                  <a:rPr lang="en-US" sz="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∆G</a:t>
                </a:r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WT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DF0BF3-8F2D-EDD0-8DD1-BF8AEEF16887}"/>
                  </a:ext>
                </a:extLst>
              </p:cNvPr>
              <p:cNvSpPr txBox="1"/>
              <p:nvPr/>
            </p:nvSpPr>
            <p:spPr>
              <a:xfrm rot="16200000">
                <a:off x="7636185" y="1659879"/>
                <a:ext cx="11977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</a:t>
                </a:r>
                <a:r>
                  <a:rPr lang="en-US" sz="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∆G</a:t>
                </a:r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AS_</a:t>
                </a:r>
                <a:r>
                  <a:rPr lang="en-US" sz="800" baseline="30000" dirty="0">
                    <a:solidFill>
                      <a:srgbClr val="CB64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Mutant 1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D3DB211-3F49-0DFF-C060-DB292D80C6B3}"/>
                  </a:ext>
                </a:extLst>
              </p:cNvPr>
              <p:cNvSpPr txBox="1"/>
              <p:nvPr/>
            </p:nvSpPr>
            <p:spPr>
              <a:xfrm rot="16200000">
                <a:off x="7755702" y="1659879"/>
                <a:ext cx="11977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</a:t>
                </a:r>
                <a:r>
                  <a:rPr lang="en-US" sz="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∆G</a:t>
                </a:r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AS_</a:t>
                </a:r>
                <a:r>
                  <a:rPr lang="en-US" sz="800" baseline="30000" dirty="0">
                    <a:solidFill>
                      <a:srgbClr val="FFA89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Mutant 2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8229765-C5C5-FC25-D0FC-4B270693E8ED}"/>
                </a:ext>
              </a:extLst>
            </p:cNvPr>
            <p:cNvSpPr txBox="1"/>
            <p:nvPr/>
          </p:nvSpPr>
          <p:spPr>
            <a:xfrm>
              <a:off x="775616" y="1970326"/>
              <a:ext cx="93968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Starve (6 hrs) ➤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210A8C2E-9AA3-4A45-E663-1FA4E0463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15" t="114" r="3317" b="12705"/>
          <a:stretch>
            <a:fillRect/>
          </a:stretch>
        </p:blipFill>
        <p:spPr>
          <a:xfrm>
            <a:off x="1891799" y="1772046"/>
            <a:ext cx="3475756" cy="251651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16DB013-DBBE-D287-8ED4-DBE71136EC89}"/>
              </a:ext>
            </a:extLst>
          </p:cNvPr>
          <p:cNvSpPr/>
          <p:nvPr/>
        </p:nvSpPr>
        <p:spPr>
          <a:xfrm>
            <a:off x="2700433" y="2560319"/>
            <a:ext cx="2044188" cy="511535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83829AF-946D-3E82-220F-C4A2569902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5000" contrast="28000"/>
                    </a14:imgEffect>
                  </a14:imgLayer>
                </a14:imgProps>
              </a:ext>
            </a:extLst>
          </a:blip>
          <a:srcRect l="1355" r="7769" b="7834"/>
          <a:stretch>
            <a:fillRect/>
          </a:stretch>
        </p:blipFill>
        <p:spPr>
          <a:xfrm>
            <a:off x="7135448" y="1737360"/>
            <a:ext cx="3543409" cy="28699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AE493C4A-E170-1BE0-A93F-32710AF88C1C}"/>
              </a:ext>
            </a:extLst>
          </p:cNvPr>
          <p:cNvGrpSpPr>
            <a:grpSpLocks noChangeAspect="1"/>
          </p:cNvGrpSpPr>
          <p:nvPr/>
        </p:nvGrpSpPr>
        <p:grpSpPr>
          <a:xfrm>
            <a:off x="6777438" y="-91458"/>
            <a:ext cx="3375061" cy="1737360"/>
            <a:chOff x="775616" y="805470"/>
            <a:chExt cx="2686098" cy="138270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AC2834-CA55-6D7C-C73C-24FADC0EBBBB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15" y="2003234"/>
              <a:ext cx="924674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2FAB814-5146-B2F2-5FCB-18BC2E6C78A0}"/>
                </a:ext>
              </a:extLst>
            </p:cNvPr>
            <p:cNvCxnSpPr>
              <a:cxnSpLocks/>
            </p:cNvCxnSpPr>
            <p:nvPr/>
          </p:nvCxnSpPr>
          <p:spPr>
            <a:xfrm>
              <a:off x="2593524" y="2003234"/>
              <a:ext cx="840092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AA09348-6BF0-89CD-7C54-D3C0D239F80C}"/>
                </a:ext>
              </a:extLst>
            </p:cNvPr>
            <p:cNvSpPr txBox="1"/>
            <p:nvPr/>
          </p:nvSpPr>
          <p:spPr>
            <a:xfrm>
              <a:off x="1780277" y="1967430"/>
              <a:ext cx="71846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Input (10%)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352B677-4FF4-071A-FB9C-C8BAF42FF255}"/>
                </a:ext>
              </a:extLst>
            </p:cNvPr>
            <p:cNvSpPr txBox="1"/>
            <p:nvPr/>
          </p:nvSpPr>
          <p:spPr>
            <a:xfrm>
              <a:off x="2837376" y="1972733"/>
              <a:ext cx="2824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IP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6E7AE1D-4BDB-C6E7-B849-50CB979DFCCC}"/>
                </a:ext>
              </a:extLst>
            </p:cNvPr>
            <p:cNvGrpSpPr/>
            <p:nvPr/>
          </p:nvGrpSpPr>
          <p:grpSpPr>
            <a:xfrm>
              <a:off x="1640440" y="805470"/>
              <a:ext cx="953084" cy="1197764"/>
              <a:chOff x="4993240" y="937550"/>
              <a:chExt cx="953084" cy="1197764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22B60CE-BEBB-BE90-B476-6C2B08208786}"/>
                  </a:ext>
                </a:extLst>
              </p:cNvPr>
              <p:cNvSpPr txBox="1"/>
              <p:nvPr/>
            </p:nvSpPr>
            <p:spPr>
              <a:xfrm rot="16200000">
                <a:off x="4873977" y="1800607"/>
                <a:ext cx="4539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30634B6-FC89-7802-C844-F8B88108BB8F}"/>
                  </a:ext>
                </a:extLst>
              </p:cNvPr>
              <p:cNvSpPr txBox="1"/>
              <p:nvPr/>
            </p:nvSpPr>
            <p:spPr>
              <a:xfrm rot="16200000">
                <a:off x="4818181" y="1621871"/>
                <a:ext cx="81144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WT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817CC92-0E7B-ED1B-DC2F-C0FB92C9B1E7}"/>
                  </a:ext>
                </a:extLst>
              </p:cNvPr>
              <p:cNvSpPr txBox="1"/>
              <p:nvPr/>
            </p:nvSpPr>
            <p:spPr>
              <a:xfrm rot="16200000">
                <a:off x="4795248" y="1475998"/>
                <a:ext cx="110318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AS_</a:t>
                </a:r>
                <a:r>
                  <a:rPr lang="en-US" sz="800" baseline="30000" dirty="0">
                    <a:solidFill>
                      <a:srgbClr val="FFA89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Mutant 2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A2EF872-E42E-0EB4-33B0-2E0BB10E7521}"/>
                  </a:ext>
                </a:extLst>
              </p:cNvPr>
              <p:cNvSpPr txBox="1"/>
              <p:nvPr/>
            </p:nvSpPr>
            <p:spPr>
              <a:xfrm rot="16200000">
                <a:off x="4918188" y="1475998"/>
                <a:ext cx="110318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AS_</a:t>
                </a:r>
                <a:r>
                  <a:rPr lang="en-US" sz="800" baseline="30000" dirty="0">
                    <a:solidFill>
                      <a:srgbClr val="CB64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Mutant 1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A089E2B-90BF-D3E6-7570-97E6776F4341}"/>
                  </a:ext>
                </a:extLst>
              </p:cNvPr>
              <p:cNvSpPr txBox="1"/>
              <p:nvPr/>
            </p:nvSpPr>
            <p:spPr>
              <a:xfrm rot="16200000">
                <a:off x="5139713" y="1574583"/>
                <a:ext cx="90601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</a:t>
                </a:r>
                <a:r>
                  <a:rPr lang="en-US" sz="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∆G</a:t>
                </a:r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WT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26EBCAF-540B-30F5-C89E-FC536CD102A6}"/>
                  </a:ext>
                </a:extLst>
              </p:cNvPr>
              <p:cNvSpPr txBox="1"/>
              <p:nvPr/>
            </p:nvSpPr>
            <p:spPr>
              <a:xfrm rot="16200000">
                <a:off x="5116780" y="1428710"/>
                <a:ext cx="11977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</a:t>
                </a:r>
                <a:r>
                  <a:rPr lang="en-US" sz="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∆G</a:t>
                </a:r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AS_</a:t>
                </a:r>
                <a:r>
                  <a:rPr lang="en-US" sz="800" baseline="30000" dirty="0">
                    <a:solidFill>
                      <a:srgbClr val="CB64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Mutant 1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B256970-AEAA-CE79-9FF8-93BF561EAB8D}"/>
                  </a:ext>
                </a:extLst>
              </p:cNvPr>
              <p:cNvSpPr txBox="1"/>
              <p:nvPr/>
            </p:nvSpPr>
            <p:spPr>
              <a:xfrm rot="16200000">
                <a:off x="5239720" y="1428710"/>
                <a:ext cx="11977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</a:t>
                </a:r>
                <a:r>
                  <a:rPr lang="en-US" sz="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∆G</a:t>
                </a:r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AS_</a:t>
                </a:r>
                <a:r>
                  <a:rPr lang="en-US" sz="800" baseline="30000" dirty="0">
                    <a:solidFill>
                      <a:srgbClr val="FFA89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Mutant 2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F99D37C-677A-FFBF-F7FD-1018D0DF1107}"/>
                </a:ext>
              </a:extLst>
            </p:cNvPr>
            <p:cNvGrpSpPr/>
            <p:nvPr/>
          </p:nvGrpSpPr>
          <p:grpSpPr>
            <a:xfrm>
              <a:off x="2529178" y="805470"/>
              <a:ext cx="932536" cy="1197764"/>
              <a:chOff x="7529770" y="1168719"/>
              <a:chExt cx="932536" cy="1197764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268F48D-F7F0-7CB8-51B2-B2B894BF3266}"/>
                  </a:ext>
                </a:extLst>
              </p:cNvPr>
              <p:cNvSpPr txBox="1"/>
              <p:nvPr/>
            </p:nvSpPr>
            <p:spPr>
              <a:xfrm rot="16200000">
                <a:off x="7410507" y="2031776"/>
                <a:ext cx="4539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13FCC08-01E9-38B9-5D1B-0CE90B1F33FC}"/>
                  </a:ext>
                </a:extLst>
              </p:cNvPr>
              <p:cNvSpPr txBox="1"/>
              <p:nvPr/>
            </p:nvSpPr>
            <p:spPr>
              <a:xfrm rot="16200000">
                <a:off x="7351286" y="1853040"/>
                <a:ext cx="81144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WT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77CB03F-BA18-C8A8-4F59-280BF2231A0B}"/>
                  </a:ext>
                </a:extLst>
              </p:cNvPr>
              <p:cNvSpPr txBox="1"/>
              <p:nvPr/>
            </p:nvSpPr>
            <p:spPr>
              <a:xfrm rot="16200000">
                <a:off x="7324928" y="1707167"/>
                <a:ext cx="110318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AS_</a:t>
                </a:r>
                <a:r>
                  <a:rPr lang="en-US" sz="800" baseline="30000" dirty="0">
                    <a:solidFill>
                      <a:srgbClr val="FFA89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Mutant 2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D546B63-714E-32DF-F650-E0A2F932FC8D}"/>
                  </a:ext>
                </a:extLst>
              </p:cNvPr>
              <p:cNvSpPr txBox="1"/>
              <p:nvPr/>
            </p:nvSpPr>
            <p:spPr>
              <a:xfrm rot="16200000">
                <a:off x="7444443" y="1707167"/>
                <a:ext cx="110318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AS_</a:t>
                </a:r>
                <a:r>
                  <a:rPr lang="en-US" sz="800" baseline="30000" dirty="0">
                    <a:solidFill>
                      <a:srgbClr val="CB64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Mutant 1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822E72-149A-5CEF-7B9F-243F9007522A}"/>
                  </a:ext>
                </a:extLst>
              </p:cNvPr>
              <p:cNvSpPr txBox="1"/>
              <p:nvPr/>
            </p:nvSpPr>
            <p:spPr>
              <a:xfrm rot="16200000">
                <a:off x="7662543" y="1805752"/>
                <a:ext cx="90601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</a:t>
                </a:r>
                <a:r>
                  <a:rPr lang="en-US" sz="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∆G</a:t>
                </a:r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WT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13581D-D6C5-B8A8-3CFF-C18E80558360}"/>
                  </a:ext>
                </a:extLst>
              </p:cNvPr>
              <p:cNvSpPr txBox="1"/>
              <p:nvPr/>
            </p:nvSpPr>
            <p:spPr>
              <a:xfrm rot="16200000">
                <a:off x="7636185" y="1659879"/>
                <a:ext cx="11977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</a:t>
                </a:r>
                <a:r>
                  <a:rPr lang="en-US" sz="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∆G</a:t>
                </a:r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AS_</a:t>
                </a:r>
                <a:r>
                  <a:rPr lang="en-US" sz="800" baseline="30000" dirty="0">
                    <a:solidFill>
                      <a:srgbClr val="CB64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Mutant 1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1F3558A-2FA7-0886-521B-E407D23E0C52}"/>
                  </a:ext>
                </a:extLst>
              </p:cNvPr>
              <p:cNvSpPr txBox="1"/>
              <p:nvPr/>
            </p:nvSpPr>
            <p:spPr>
              <a:xfrm rot="16200000">
                <a:off x="7755702" y="1659879"/>
                <a:ext cx="11977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eGFP- </a:t>
                </a:r>
                <a:r>
                  <a:rPr lang="en-US" sz="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∆G</a:t>
                </a:r>
                <a:r>
                  <a:rPr lang="en-US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LC3</a:t>
                </a:r>
                <a:r>
                  <a:rPr lang="en-US" sz="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AS_</a:t>
                </a:r>
                <a:r>
                  <a:rPr lang="en-US" sz="800" baseline="30000" dirty="0">
                    <a:solidFill>
                      <a:srgbClr val="FFA89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Mutant 2</a:t>
                </a: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B05943C-C91E-D1B3-90D4-C406054188DA}"/>
                </a:ext>
              </a:extLst>
            </p:cNvPr>
            <p:cNvSpPr txBox="1"/>
            <p:nvPr/>
          </p:nvSpPr>
          <p:spPr>
            <a:xfrm>
              <a:off x="775616" y="1970326"/>
              <a:ext cx="93968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Starve (6 hrs) ➤</a:t>
              </a:r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08720FA0-AD62-B96F-1FAF-67F84CC0F8A3}"/>
              </a:ext>
            </a:extLst>
          </p:cNvPr>
          <p:cNvSpPr/>
          <p:nvPr/>
        </p:nvSpPr>
        <p:spPr>
          <a:xfrm>
            <a:off x="7911239" y="2018876"/>
            <a:ext cx="2044188" cy="466547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609B6CF-5089-71DF-61B1-A17C8F8D74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7000" contrast="7000"/>
                    </a14:imgEffect>
                  </a14:imgLayer>
                </a14:imgProps>
              </a:ext>
            </a:extLst>
          </a:blip>
          <a:srcRect l="9571" t="61223" r="24451" b="10022"/>
          <a:stretch>
            <a:fillRect/>
          </a:stretch>
        </p:blipFill>
        <p:spPr>
          <a:xfrm>
            <a:off x="1891799" y="4555623"/>
            <a:ext cx="3475756" cy="20840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CFD0F37B-F44F-F970-07FD-8F000BC19043}"/>
              </a:ext>
            </a:extLst>
          </p:cNvPr>
          <p:cNvSpPr/>
          <p:nvPr/>
        </p:nvSpPr>
        <p:spPr>
          <a:xfrm>
            <a:off x="2622287" y="5250639"/>
            <a:ext cx="2044188" cy="74472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F2C4E7-177B-A867-2E5D-2805C355E086}"/>
              </a:ext>
            </a:extLst>
          </p:cNvPr>
          <p:cNvSpPr txBox="1"/>
          <p:nvPr/>
        </p:nvSpPr>
        <p:spPr>
          <a:xfrm>
            <a:off x="826754" y="2519368"/>
            <a:ext cx="11336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eGFP-LC3B ➤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134D6D-83E9-ADC7-FADD-C701EC148FE4}"/>
              </a:ext>
            </a:extLst>
          </p:cNvPr>
          <p:cNvSpPr txBox="1"/>
          <p:nvPr/>
        </p:nvSpPr>
        <p:spPr>
          <a:xfrm>
            <a:off x="1227505" y="2807166"/>
            <a:ext cx="7328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eGFP ➤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C193F7-E796-60AD-447C-84861CB2956E}"/>
              </a:ext>
            </a:extLst>
          </p:cNvPr>
          <p:cNvSpPr txBox="1"/>
          <p:nvPr/>
        </p:nvSpPr>
        <p:spPr>
          <a:xfrm>
            <a:off x="5948905" y="2121344"/>
            <a:ext cx="11865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mCherry-p62 ➤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B7EB157-C03D-28EF-5481-7637DE14AF78}"/>
              </a:ext>
            </a:extLst>
          </p:cNvPr>
          <p:cNvSpPr txBox="1"/>
          <p:nvPr/>
        </p:nvSpPr>
        <p:spPr>
          <a:xfrm>
            <a:off x="1178696" y="5622999"/>
            <a:ext cx="7425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Ponceau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DA2DEBD-6E5C-0A4E-8410-DD46B18A8A9A}"/>
              </a:ext>
            </a:extLst>
          </p:cNvPr>
          <p:cNvGrpSpPr/>
          <p:nvPr/>
        </p:nvGrpSpPr>
        <p:grpSpPr>
          <a:xfrm>
            <a:off x="10149762" y="1705244"/>
            <a:ext cx="442181" cy="1826165"/>
            <a:chOff x="842965" y="1048460"/>
            <a:chExt cx="442181" cy="1826165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889E361-D2E8-2904-3457-3E11D741519E}"/>
                </a:ext>
              </a:extLst>
            </p:cNvPr>
            <p:cNvSpPr txBox="1"/>
            <p:nvPr/>
          </p:nvSpPr>
          <p:spPr>
            <a:xfrm>
              <a:off x="842965" y="1262443"/>
              <a:ext cx="3962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180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D9B3508-A607-BAFB-271E-CDBF9B9297B4}"/>
                </a:ext>
              </a:extLst>
            </p:cNvPr>
            <p:cNvSpPr txBox="1"/>
            <p:nvPr/>
          </p:nvSpPr>
          <p:spPr>
            <a:xfrm>
              <a:off x="913497" y="1539442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C45B075-1954-FB87-1CA8-B1EF42D04713}"/>
                </a:ext>
              </a:extLst>
            </p:cNvPr>
            <p:cNvSpPr txBox="1"/>
            <p:nvPr/>
          </p:nvSpPr>
          <p:spPr>
            <a:xfrm>
              <a:off x="913497" y="1678835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D0F0958-6F40-3C81-1AA5-F647ECA81C8D}"/>
                </a:ext>
              </a:extLst>
            </p:cNvPr>
            <p:cNvSpPr txBox="1"/>
            <p:nvPr/>
          </p:nvSpPr>
          <p:spPr>
            <a:xfrm>
              <a:off x="913497" y="1842907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5C68E0B-462C-AA0D-E3D6-ABC9467AC57E}"/>
                </a:ext>
              </a:extLst>
            </p:cNvPr>
            <p:cNvSpPr txBox="1"/>
            <p:nvPr/>
          </p:nvSpPr>
          <p:spPr>
            <a:xfrm>
              <a:off x="913497" y="2006979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35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03591A5-1943-BFB4-13A4-DD1DF081214D}"/>
                </a:ext>
              </a:extLst>
            </p:cNvPr>
            <p:cNvSpPr txBox="1"/>
            <p:nvPr/>
          </p:nvSpPr>
          <p:spPr>
            <a:xfrm>
              <a:off x="913497" y="2212012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9DCC3B8-FD91-6C5B-99C4-9F29D74EACB5}"/>
                </a:ext>
              </a:extLst>
            </p:cNvPr>
            <p:cNvSpPr txBox="1"/>
            <p:nvPr/>
          </p:nvSpPr>
          <p:spPr>
            <a:xfrm>
              <a:off x="913497" y="2628404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15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90C2643-54F2-664D-2265-7B5C32011B62}"/>
                </a:ext>
              </a:extLst>
            </p:cNvPr>
            <p:cNvSpPr txBox="1"/>
            <p:nvPr/>
          </p:nvSpPr>
          <p:spPr>
            <a:xfrm>
              <a:off x="852014" y="1048460"/>
              <a:ext cx="43313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KDa</a:t>
              </a:r>
              <a:endPara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B81FAE2-C2D9-2B6F-B79E-B171A9D8E52F}"/>
              </a:ext>
            </a:extLst>
          </p:cNvPr>
          <p:cNvGrpSpPr/>
          <p:nvPr/>
        </p:nvGrpSpPr>
        <p:grpSpPr>
          <a:xfrm>
            <a:off x="4816093" y="1824192"/>
            <a:ext cx="396262" cy="1612182"/>
            <a:chOff x="842965" y="1262443"/>
            <a:chExt cx="396262" cy="1612182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831A063-C0D7-ED15-69D6-F0EAC9A08AB1}"/>
                </a:ext>
              </a:extLst>
            </p:cNvPr>
            <p:cNvSpPr txBox="1"/>
            <p:nvPr/>
          </p:nvSpPr>
          <p:spPr>
            <a:xfrm>
              <a:off x="842965" y="1262443"/>
              <a:ext cx="3962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180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CA4FFFA-9BC3-8A9F-420A-D17B46805985}"/>
                </a:ext>
              </a:extLst>
            </p:cNvPr>
            <p:cNvSpPr txBox="1"/>
            <p:nvPr/>
          </p:nvSpPr>
          <p:spPr>
            <a:xfrm>
              <a:off x="913497" y="1539442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70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9E5409F-82B7-2A77-00FB-0A475221CFF9}"/>
                </a:ext>
              </a:extLst>
            </p:cNvPr>
            <p:cNvSpPr txBox="1"/>
            <p:nvPr/>
          </p:nvSpPr>
          <p:spPr>
            <a:xfrm>
              <a:off x="913497" y="1678835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55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FF99784-95EE-D576-08B4-9C236A68A129}"/>
                </a:ext>
              </a:extLst>
            </p:cNvPr>
            <p:cNvSpPr txBox="1"/>
            <p:nvPr/>
          </p:nvSpPr>
          <p:spPr>
            <a:xfrm>
              <a:off x="913497" y="1842907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40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3569A8C-899D-8069-5B22-94E3AF015066}"/>
                </a:ext>
              </a:extLst>
            </p:cNvPr>
            <p:cNvSpPr txBox="1"/>
            <p:nvPr/>
          </p:nvSpPr>
          <p:spPr>
            <a:xfrm>
              <a:off x="913497" y="2006979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35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8736F24-B621-4CE1-B9E1-3B80B3857638}"/>
                </a:ext>
              </a:extLst>
            </p:cNvPr>
            <p:cNvSpPr txBox="1"/>
            <p:nvPr/>
          </p:nvSpPr>
          <p:spPr>
            <a:xfrm>
              <a:off x="913497" y="2212012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C1F3A54-ED13-6D77-2FB6-B21D796CEA6D}"/>
                </a:ext>
              </a:extLst>
            </p:cNvPr>
            <p:cNvSpPr txBox="1"/>
            <p:nvPr/>
          </p:nvSpPr>
          <p:spPr>
            <a:xfrm>
              <a:off x="913497" y="2628404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15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5432E124-3236-8368-342C-1BC956148BB2}"/>
              </a:ext>
            </a:extLst>
          </p:cNvPr>
          <p:cNvSpPr txBox="1"/>
          <p:nvPr/>
        </p:nvSpPr>
        <p:spPr>
          <a:xfrm>
            <a:off x="150222" y="81587"/>
            <a:ext cx="2422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Supplementary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Figure 27a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327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159</Words>
  <Application>Microsoft Macintosh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 Castin</dc:creator>
  <cp:lastModifiedBy>Jesu Castin</cp:lastModifiedBy>
  <cp:revision>2</cp:revision>
  <dcterms:created xsi:type="dcterms:W3CDTF">2026-07-01T05:16:15Z</dcterms:created>
  <dcterms:modified xsi:type="dcterms:W3CDTF">2026-07-07T16:21:45Z</dcterms:modified>
</cp:coreProperties>
</file>