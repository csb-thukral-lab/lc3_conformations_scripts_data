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B7C5-099C-3295-B0AD-0B6044406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65A53-C328-7A2F-FDF0-1DBC8F889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74878-5020-0F9C-E33E-359DE410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9783C-CEE1-C5F0-289D-2A85C9693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6B661-CE83-2609-E7A7-9A89C2BF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2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D369-23A6-50BC-34AB-30BC6A5A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33C0C-CFE7-54AA-F4F7-4B7F06888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0FD02-F130-1433-9B30-C0DAF272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F901E-7193-CC79-4CB5-89EFA8A6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B7A0-D5D7-3A13-2831-A1F8EA55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1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F431-D5FC-0E5F-F91C-2467644C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A3293-E71A-9545-3E26-E7C8CE6B9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38F9F-B130-CE02-B367-F791C7DB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861A4-A531-1D77-AC05-D3333207C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A14E3-7E96-022E-CD7B-3C509AC9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4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AF7A-E7DB-7D84-6158-E7A9BF5B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CCC2-8BF3-4493-FE0E-1AB43695C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25674-360F-EE5B-C99E-82018F700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2E9D8-C821-213F-A7AC-9624CA09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6C4DC-84E8-D290-84D2-35126E01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97F3A-E51B-46DC-ED7A-861DF880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2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5ECD-48BE-34E9-58F3-F65B7E7C2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2F90B-AC08-4DCA-D0F6-C0CE4FED5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60734-268D-A6BC-981C-99ACAD2FC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C082C-6393-E3A8-A3AC-31BE1FAF3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CD6D5-F7AA-AD4C-C6DE-6A7A0DD90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BFF9C-4442-9D00-3F1C-F1CE702DE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1EE9F-61F5-908F-5E56-77A3983D1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B509B-0668-5ADB-048F-9E878AE4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7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51CB-6B53-2259-BA34-CEA1222B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AAF37-92DD-54F8-6350-C64515F9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A1C78-25E4-CD9D-E9AC-1041DFE8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D3B5E-23D6-21ED-9A10-EBB1EC36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0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449D0B-9A22-E023-FE96-D5D4D874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25C9C-61DD-CEEE-D697-5F953938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5D094-7014-0A35-FC82-5B078955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7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6560-8C91-3218-7FF9-F5C1777B3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16C16-A366-3956-18AC-83A9E55F6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D80FE-5168-B2C7-77BD-39AA97788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EEB6F-7D41-3B6E-80BD-5ACB4F1F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1D274-0BBE-1705-36B0-C30CE3C8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D6641-2E28-5D5A-F85F-5976C27D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9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37BD-504A-3AB9-E884-988A3BCAB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A1CE5E-DCF3-1B97-F97E-8FA35F1CA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35103-7C67-5963-5742-E415E69C0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4C9F-8C87-C41B-7762-8F1D2930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1C738-DC35-A9F2-3932-62D1DFBE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DCC53-3F63-55FE-CBAA-DD38D97F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5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33A1-408C-5742-F847-45C5CEB5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61D2C-ABA5-66ED-AD12-03116028D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5F4B-F0F4-B8FA-2182-563D91D75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710C8-FD2C-D643-4AF6-4F652DCA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E31CC-9031-189A-0C11-F19A35EB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4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719CF-9E9B-8B84-7D34-DADDECC5F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C00E7-DDBA-A0B5-1B77-347CD2842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0A34C-956B-7DB5-0369-5128230D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E9E6F-0081-B0DF-1FA1-709D2B99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4EC66-237D-C21D-FDC0-015F366E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0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CEBF9-F0CC-104D-F51D-826BBB8E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B9894-25C9-17FF-C00B-BAF24B5EC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03A24-B932-3D1F-9ADF-73AD54612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D31E8-B115-3641-8132-15D575E886F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95B34-A481-B5AE-4A36-484C08F80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D429-72A5-1ABC-44A3-FB331C892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DA4D2-CF7D-4745-8A6C-DA674580A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4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1E46EB2-5F3A-DB43-508D-10AC7DC9860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059454"/>
          <a:ext cx="10515600" cy="2369546"/>
        </p:xfrm>
        <a:graphic>
          <a:graphicData uri="http://schemas.openxmlformats.org/drawingml/2006/table">
            <a:tbl>
              <a:tblPr/>
              <a:tblGrid>
                <a:gridCol w="2867891">
                  <a:extLst>
                    <a:ext uri="{9D8B030D-6E8A-4147-A177-3AD203B41FA5}">
                      <a16:colId xmlns:a16="http://schemas.microsoft.com/office/drawing/2014/main" val="3951722141"/>
                    </a:ext>
                  </a:extLst>
                </a:gridCol>
                <a:gridCol w="2424051">
                  <a:extLst>
                    <a:ext uri="{9D8B030D-6E8A-4147-A177-3AD203B41FA5}">
                      <a16:colId xmlns:a16="http://schemas.microsoft.com/office/drawing/2014/main" val="2238782261"/>
                    </a:ext>
                  </a:extLst>
                </a:gridCol>
                <a:gridCol w="3030063">
                  <a:extLst>
                    <a:ext uri="{9D8B030D-6E8A-4147-A177-3AD203B41FA5}">
                      <a16:colId xmlns:a16="http://schemas.microsoft.com/office/drawing/2014/main" val="2554990286"/>
                    </a:ext>
                  </a:extLst>
                </a:gridCol>
                <a:gridCol w="2193595">
                  <a:extLst>
                    <a:ext uri="{9D8B030D-6E8A-4147-A177-3AD203B41FA5}">
                      <a16:colId xmlns:a16="http://schemas.microsoft.com/office/drawing/2014/main" val="1236906141"/>
                    </a:ext>
                  </a:extLst>
                </a:gridCol>
              </a:tblGrid>
              <a:tr h="193469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List of primary and secondary antibodies used for immunoblotting in this study. </a:t>
                      </a:r>
                    </a:p>
                  </a:txBody>
                  <a:tcPr marL="8535" marR="8535" marT="85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81937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Antibodies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Source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Identifier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Dilution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774570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Rabbit Polyclonal anti-FAM134B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Proteintech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21537-1-AP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1:1000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68799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Rabbit Polyclonal anti-GFP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Genetex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GTX113617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1:1000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802924"/>
                  </a:ext>
                </a:extLst>
              </a:tr>
              <a:tr h="193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Rabbit Polyclonal anti-LC3B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Cell Signaling Technology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2775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1:1000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983489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Rat Monoclonal anti-mCherry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Invitrogen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M11217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1:1000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328248"/>
                  </a:ext>
                </a:extLst>
              </a:tr>
              <a:tr h="216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Rabbit Polyclonal anti-P62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Enzo Life Sciences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PW9860-0100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1:1000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229165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Rabbit Polyclonal anti-VPS4A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Proteintech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14272-1-AP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1:1000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154111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Secondary HRP Antibody Goat anti-Rabbit IgG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KPL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074-1506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1:5000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873361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Secondary HRP Antibody Rabbit anti-Mouse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Invitrogen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61-6520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1:5000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293408"/>
                  </a:ext>
                </a:extLst>
              </a:tr>
              <a:tr h="193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Secondary HRP Antibody Goat anti-Rat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Invitrogen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31470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1:5000</a:t>
                      </a:r>
                    </a:p>
                  </a:txBody>
                  <a:tcPr marL="8535" marR="8535" marT="85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426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922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Macintosh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 Castin</dc:creator>
  <cp:lastModifiedBy>Jesu Castin</cp:lastModifiedBy>
  <cp:revision>1</cp:revision>
  <dcterms:created xsi:type="dcterms:W3CDTF">2026-07-01T05:22:58Z</dcterms:created>
  <dcterms:modified xsi:type="dcterms:W3CDTF">2026-07-01T05:23:31Z</dcterms:modified>
</cp:coreProperties>
</file>